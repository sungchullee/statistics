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7" r:id="rId5"/>
    <p:sldId id="269" r:id="rId6"/>
    <p:sldId id="270" r:id="rId7"/>
    <p:sldId id="271" r:id="rId8"/>
    <p:sldId id="272" r:id="rId9"/>
    <p:sldId id="273" r:id="rId10"/>
    <p:sldId id="268" r:id="rId11"/>
    <p:sldId id="274" r:id="rId12"/>
    <p:sldId id="275" r:id="rId13"/>
    <p:sldId id="276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3045"/>
  </p:normalViewPr>
  <p:slideViewPr>
    <p:cSldViewPr snapToGrid="0" snapToObjects="1">
      <p:cViewPr varScale="1">
        <p:scale>
          <a:sx n="84" d="100"/>
          <a:sy n="84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3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ice.re.kr/boardCnts/list.do?boardID=1500212&amp;m=030306&amp;s=kice" TargetMode="External"/><Relationship Id="rId4" Type="http://schemas.openxmlformats.org/officeDocument/2006/relationships/hyperlink" Target="https://youtu.be/QSUDvW5R-GA" TargetMode="External"/><Relationship Id="rId5" Type="http://schemas.openxmlformats.org/officeDocument/2006/relationships/hyperlink" Target="https://github.com/SungchulLee/financial_math/tree/master/portfolio_optimization_python_for_finance_Hilpisch" TargetMode="External"/><Relationship Id="rId6" Type="http://schemas.openxmlformats.org/officeDocument/2006/relationships/hyperlink" Target="https://github.com/SungchulLee/financial_math/tree/master/close_return_and_return_vol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yhilpisch/py4fi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869" y="1122362"/>
            <a:ext cx="10568763" cy="4227514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Problems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on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Confidence Interval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endParaRPr lang="en-US" sz="67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876"/>
            <a:ext cx="1604387" cy="150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Reference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2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3"/>
              </a:rPr>
              <a:t>Data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4"/>
              </a:rPr>
              <a:t>Youtube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5"/>
              </a:rPr>
              <a:t>Code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6"/>
            </a:endParaRPr>
          </a:p>
        </p:txBody>
      </p:sp>
    </p:spTree>
    <p:extLst>
      <p:ext uri="{BB962C8B-B14F-4D97-AF65-F5344CB8AC3E}">
        <p14:creationId xmlns:p14="http://schemas.microsoft.com/office/powerpoint/2010/main" val="116064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25635" y="5970494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[2009]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24" y="705577"/>
            <a:ext cx="8286776" cy="50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160" y="510540"/>
            <a:ext cx="6565900" cy="19765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670" y="2755794"/>
            <a:ext cx="8564880" cy="39193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670" y="2755794"/>
            <a:ext cx="8929370" cy="391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50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160" y="510540"/>
            <a:ext cx="6565900" cy="19765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670" y="2755794"/>
            <a:ext cx="8564880" cy="39193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670" y="3261360"/>
            <a:ext cx="8929370" cy="341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4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160" y="510540"/>
            <a:ext cx="6565900" cy="19765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670" y="2755794"/>
            <a:ext cx="8564880" cy="39193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670" y="4099560"/>
            <a:ext cx="8929370" cy="257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2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160" y="510540"/>
            <a:ext cx="6565900" cy="19765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670" y="2755794"/>
            <a:ext cx="8564880" cy="39193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670" y="4983480"/>
            <a:ext cx="8929370" cy="169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7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160" y="510540"/>
            <a:ext cx="6565900" cy="19765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670" y="2755794"/>
            <a:ext cx="8564880" cy="39193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670" y="5699760"/>
            <a:ext cx="8929370" cy="9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786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160" y="510540"/>
            <a:ext cx="6565900" cy="19765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670" y="2755794"/>
            <a:ext cx="8564880" cy="391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822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788" y="922020"/>
            <a:ext cx="9650984" cy="13487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16" y="2849880"/>
            <a:ext cx="10390728" cy="36220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16" y="3111500"/>
            <a:ext cx="10390728" cy="336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20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788" y="922020"/>
            <a:ext cx="9650984" cy="13487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16" y="2849880"/>
            <a:ext cx="10390728" cy="36220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16" y="3855720"/>
            <a:ext cx="10390728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40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788" y="922020"/>
            <a:ext cx="9650984" cy="13487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16" y="2849880"/>
            <a:ext cx="10390728" cy="36220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16" y="5029200"/>
            <a:ext cx="10390728" cy="144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49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788" y="922020"/>
            <a:ext cx="9650984" cy="13487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16" y="2849880"/>
            <a:ext cx="10390728" cy="36220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16" y="5608320"/>
            <a:ext cx="10390728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87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788" y="922020"/>
            <a:ext cx="9650984" cy="13487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16" y="2849880"/>
            <a:ext cx="10390728" cy="362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83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7</Words>
  <Application>Microsoft Macintosh PowerPoint</Application>
  <PresentationFormat>Widescreen</PresentationFormat>
  <Paragraphs>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Black</vt:lpstr>
      <vt:lpstr>Calibri</vt:lpstr>
      <vt:lpstr>Calibri Light</vt:lpstr>
      <vt:lpstr>Arial</vt:lpstr>
      <vt:lpstr>Office Theme</vt:lpstr>
      <vt:lpstr>           Problems on Confidence Interval  </vt:lpstr>
      <vt:lpstr>Reference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construct Node with Fixed Values </dc:title>
  <dc:creator>이승철</dc:creator>
  <cp:lastModifiedBy>Microsoft Office User</cp:lastModifiedBy>
  <cp:revision>66</cp:revision>
  <dcterms:created xsi:type="dcterms:W3CDTF">2019-10-26T12:53:45Z</dcterms:created>
  <dcterms:modified xsi:type="dcterms:W3CDTF">2019-12-15T04:22:13Z</dcterms:modified>
</cp:coreProperties>
</file>