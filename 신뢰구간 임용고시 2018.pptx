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7" r:id="rId5"/>
    <p:sldId id="272" r:id="rId6"/>
    <p:sldId id="273" r:id="rId7"/>
    <p:sldId id="274" r:id="rId8"/>
    <p:sldId id="268" r:id="rId9"/>
    <p:sldId id="275" r:id="rId10"/>
    <p:sldId id="276" r:id="rId11"/>
    <p:sldId id="27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4"/>
    <p:restoredTop sz="93045"/>
  </p:normalViewPr>
  <p:slideViewPr>
    <p:cSldViewPr snapToGrid="0" snapToObjects="1">
      <p:cViewPr varScale="1">
        <p:scale>
          <a:sx n="84" d="100"/>
          <a:sy n="84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1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88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31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10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0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43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6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77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0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AD1D6-AE87-C841-B3FD-7C9F7FCAE5AE}" type="datetimeFigureOut">
              <a:rPr lang="en-US" smtClean="0"/>
              <a:t>12/15/19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B8163-9829-1E4A-95C0-3F7A37C6E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025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ice.re.kr/boardCnts/list.do?boardID=1500212&amp;m=030306&amp;s=kice" TargetMode="External"/><Relationship Id="rId4" Type="http://schemas.openxmlformats.org/officeDocument/2006/relationships/hyperlink" Target="https://youtu.be/QSUDvW5R-GA" TargetMode="External"/><Relationship Id="rId5" Type="http://schemas.openxmlformats.org/officeDocument/2006/relationships/hyperlink" Target="https://github.com/SungchulLee/financial_math/tree/master/portfolio_optimization_python_for_finance_Hilpisch" TargetMode="External"/><Relationship Id="rId6" Type="http://schemas.openxmlformats.org/officeDocument/2006/relationships/hyperlink" Target="https://github.com/SungchulLee/financial_math/tree/master/close_return_and_return_vol" TargetMode="External"/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yhilpisch/py4fi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71869" y="1122362"/>
            <a:ext cx="10568763" cy="4227514"/>
          </a:xfrm>
        </p:spPr>
        <p:txBody>
          <a:bodyPr>
            <a:normAutofit fontScale="90000"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Problems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on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>Confidence Interval</a:t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  <a:t/>
            </a:r>
            <a:br>
              <a:rPr lang="en-US" sz="6700" dirty="0" smtClean="0">
                <a:latin typeface="Arial Black" charset="0"/>
                <a:ea typeface="Arial Black" charset="0"/>
                <a:cs typeface="Arial Black" charset="0"/>
              </a:rPr>
            </a:br>
            <a:endParaRPr lang="en-US" sz="67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49876"/>
            <a:ext cx="1604387" cy="150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9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Reference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2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3"/>
              </a:rPr>
              <a:t>Data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4"/>
              </a:rPr>
              <a:t>Youtube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</a:endParaRPr>
          </a:p>
          <a:p>
            <a:endParaRPr lang="en-US" dirty="0" smtClean="0">
              <a:latin typeface="Arial Black" charset="0"/>
              <a:ea typeface="Arial Black" charset="0"/>
              <a:cs typeface="Arial Black" charset="0"/>
            </a:endParaRPr>
          </a:p>
          <a:p>
            <a:r>
              <a:rPr lang="en-US" sz="2000" dirty="0" smtClean="0">
                <a:latin typeface="Arial Black" charset="0"/>
                <a:ea typeface="Arial Black" charset="0"/>
                <a:cs typeface="Arial Black" charset="0"/>
                <a:hlinkClick r:id="rId5"/>
              </a:rPr>
              <a:t>Code</a:t>
            </a:r>
            <a:endParaRPr lang="en-US" sz="2000" dirty="0" smtClean="0">
              <a:latin typeface="Arial Black" charset="0"/>
              <a:ea typeface="Arial Black" charset="0"/>
              <a:cs typeface="Arial Black" charset="0"/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116064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25635" y="5970494"/>
            <a:ext cx="19511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>
                <a:latin typeface="Arial Black" charset="0"/>
                <a:ea typeface="Arial Black" charset="0"/>
                <a:cs typeface="Arial Black" charset="0"/>
              </a:rPr>
              <a:t>[2018]</a:t>
            </a:r>
            <a:endParaRPr lang="en-US" sz="4000" dirty="0">
              <a:latin typeface="Arial Black" charset="0"/>
              <a:ea typeface="Arial Black" charset="0"/>
              <a:cs typeface="Arial Black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87" y="731520"/>
            <a:ext cx="9955735" cy="523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91" y="826770"/>
            <a:ext cx="9609667" cy="172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750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3421380"/>
            <a:ext cx="11006464" cy="210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91" y="826770"/>
            <a:ext cx="9609667" cy="1729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812" y="4286250"/>
            <a:ext cx="6835987" cy="16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221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3421380"/>
            <a:ext cx="11006464" cy="210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91" y="826770"/>
            <a:ext cx="9609667" cy="1729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812" y="4800600"/>
            <a:ext cx="6835987" cy="11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779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3421380"/>
            <a:ext cx="11006464" cy="210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991" y="826770"/>
            <a:ext cx="9609667" cy="172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60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453640"/>
            <a:ext cx="11315700" cy="35687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699" y="609453"/>
            <a:ext cx="8679581" cy="10821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2" y="2355898"/>
            <a:ext cx="10618047" cy="354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61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453640"/>
            <a:ext cx="11315700" cy="35687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699" y="609453"/>
            <a:ext cx="8679581" cy="10821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2" y="3517900"/>
            <a:ext cx="10618047" cy="2379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61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453640"/>
            <a:ext cx="11315700" cy="35687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699" y="609453"/>
            <a:ext cx="8679581" cy="10821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2" y="4602480"/>
            <a:ext cx="10618047" cy="129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18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0" y="1691640"/>
            <a:ext cx="7740227" cy="3977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93" y="2453640"/>
            <a:ext cx="6030807" cy="10642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927" y="2453640"/>
            <a:ext cx="11315700" cy="35687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699" y="609453"/>
            <a:ext cx="8679581" cy="108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8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7</Words>
  <Application>Microsoft Macintosh PowerPoint</Application>
  <PresentationFormat>Widescreen</PresentationFormat>
  <Paragraphs>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 Black</vt:lpstr>
      <vt:lpstr>Calibri</vt:lpstr>
      <vt:lpstr>Calibri Light</vt:lpstr>
      <vt:lpstr>Arial</vt:lpstr>
      <vt:lpstr>Office Theme</vt:lpstr>
      <vt:lpstr>           Problems on Confidence Interval  </vt:lpstr>
      <vt:lpstr>Reference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construct Node with Fixed Values </dc:title>
  <dc:creator>이승철</dc:creator>
  <cp:lastModifiedBy>Microsoft Office User</cp:lastModifiedBy>
  <cp:revision>36</cp:revision>
  <dcterms:created xsi:type="dcterms:W3CDTF">2019-10-26T12:53:45Z</dcterms:created>
  <dcterms:modified xsi:type="dcterms:W3CDTF">2019-12-15T02:53:39Z</dcterms:modified>
</cp:coreProperties>
</file>