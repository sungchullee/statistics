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57" r:id="rId4"/>
    <p:sldId id="267" r:id="rId5"/>
    <p:sldId id="258" r:id="rId6"/>
    <p:sldId id="269" r:id="rId7"/>
    <p:sldId id="270" r:id="rId8"/>
    <p:sldId id="271" r:id="rId9"/>
    <p:sldId id="274" r:id="rId10"/>
    <p:sldId id="2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55"/>
    <p:restoredTop sz="93065"/>
  </p:normalViewPr>
  <p:slideViewPr>
    <p:cSldViewPr snapToGrid="0" snapToObjects="1">
      <p:cViewPr varScale="1">
        <p:scale>
          <a:sx n="99" d="100"/>
          <a:sy n="99" d="100"/>
        </p:scale>
        <p:origin x="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11/22/19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51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11/22/19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88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11/22/19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11/22/19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93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11/22/19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10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11/22/19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20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11/22/19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43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11/22/19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16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11/22/19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377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11/22/19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4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11/22/19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0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3AD1D6-AE87-C841-B3FD-7C9F7FCAE5AE}" type="datetimeFigureOut">
              <a:rPr lang="en-US" smtClean="0"/>
              <a:t>11/22/19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2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tl.nist.gov/div898/handbook/eda/section3/eda35a.htm" TargetMode="External"/><Relationship Id="rId4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hyperlink" Target="https://www.itl.nist.gov/div898/handbook/eda/section3/eda35a.htm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4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4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>
                <a:latin typeface="Arial Black" charset="0"/>
                <a:ea typeface="Arial Black" charset="0"/>
                <a:cs typeface="Arial Black" charset="0"/>
              </a:rPr>
              <a:t> </a:t>
            </a: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>F Test</a:t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69224"/>
            <a:ext cx="1508124" cy="138877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518" y="4034303"/>
            <a:ext cx="91948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918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F Test</a:t>
            </a:r>
            <a:endParaRPr lang="en-US" sz="4000" dirty="0">
              <a:latin typeface="Arial Black" charset="0"/>
              <a:ea typeface="Arial Black" charset="0"/>
              <a:cs typeface="Arial Black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Two-Tail Test</a:t>
            </a:r>
          </a:p>
          <a:p>
            <a:endParaRPr lang="en-US" sz="4000" dirty="0">
              <a:latin typeface="Arial Black" charset="0"/>
              <a:ea typeface="Arial Black" charset="0"/>
              <a:cs typeface="Arial Black" charset="0"/>
            </a:endParaRPr>
          </a:p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One-Tail Test</a:t>
            </a:r>
            <a:endParaRPr lang="en-US" sz="4000" dirty="0">
              <a:latin typeface="Arial Black" charset="0"/>
              <a:ea typeface="Arial Black" charset="0"/>
              <a:cs typeface="Arial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411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211" y="1041579"/>
            <a:ext cx="9918700" cy="478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224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211" y="1041579"/>
            <a:ext cx="9750700" cy="478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089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70933" y="355600"/>
            <a:ext cx="42756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Two-Tail Test</a:t>
            </a:r>
            <a:endParaRPr lang="en-US" sz="4000" dirty="0">
              <a:latin typeface="Arial Black" charset="0"/>
              <a:ea typeface="Arial Black" charset="0"/>
              <a:cs typeface="Arial Black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01306"/>
            <a:ext cx="2537138" cy="165669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594" y="355600"/>
            <a:ext cx="4901100" cy="81878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5866" y="1063486"/>
            <a:ext cx="9309100" cy="57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216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70933" y="355600"/>
            <a:ext cx="42756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One-Tail Test</a:t>
            </a:r>
            <a:endParaRPr lang="en-US" sz="4000" dirty="0">
              <a:latin typeface="Arial Black" charset="0"/>
              <a:ea typeface="Arial Black" charset="0"/>
              <a:cs typeface="Arial Black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527" y="355600"/>
            <a:ext cx="5883328" cy="70788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230449"/>
            <a:ext cx="2524260" cy="162755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527" y="1079500"/>
            <a:ext cx="6642100" cy="577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653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70933" y="355600"/>
            <a:ext cx="42756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One</a:t>
            </a: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-Tail Test</a:t>
            </a:r>
            <a:endParaRPr lang="en-US" sz="4000" dirty="0">
              <a:latin typeface="Arial Black" charset="0"/>
              <a:ea typeface="Arial Black" charset="0"/>
              <a:cs typeface="Arial Black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1084" y="313096"/>
            <a:ext cx="5891362" cy="75039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231781"/>
            <a:ext cx="2511379" cy="16262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1084" y="1054100"/>
            <a:ext cx="6553200" cy="580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38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471" y="155619"/>
            <a:ext cx="7969160" cy="40861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14423" y="6272011"/>
            <a:ext cx="7650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https://stackoverflow.com/questions/21494141/how-do-</a:t>
            </a:r>
            <a:r>
              <a:rPr lang="en-US" dirty="0" err="1">
                <a:hlinkClick r:id="rId3"/>
              </a:rPr>
              <a:t>i</a:t>
            </a:r>
            <a:r>
              <a:rPr lang="en-US" dirty="0">
                <a:hlinkClick r:id="rId3"/>
              </a:rPr>
              <a:t>-do-a-f-test-in-python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5780" y="4507606"/>
            <a:ext cx="8538693" cy="149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98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982" y="485639"/>
            <a:ext cx="9791700" cy="4495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1999" y="6233375"/>
            <a:ext cx="7186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https://www.itl.nist.gov/div898/handbook/</a:t>
            </a:r>
            <a:r>
              <a:rPr lang="en-US" dirty="0" err="1">
                <a:hlinkClick r:id="rId3"/>
              </a:rPr>
              <a:t>eda</a:t>
            </a:r>
            <a:r>
              <a:rPr lang="en-US" dirty="0">
                <a:hlinkClick r:id="rId3"/>
              </a:rPr>
              <a:t>/section3/eda35a.htm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977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70933" y="355600"/>
            <a:ext cx="42756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>Levene's Test</a:t>
            </a:r>
            <a:endParaRPr lang="en-US" sz="4000" dirty="0">
              <a:latin typeface="Arial Black" charset="0"/>
              <a:ea typeface="Arial Black" charset="0"/>
              <a:cs typeface="Arial Black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01306"/>
            <a:ext cx="2537138" cy="165669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594" y="355600"/>
            <a:ext cx="4901100" cy="81878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233" y="1063486"/>
            <a:ext cx="9309100" cy="5740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033" y="1063486"/>
            <a:ext cx="6972300" cy="382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145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20</Words>
  <Application>Microsoft Macintosh PowerPoint</Application>
  <PresentationFormat>Widescreen</PresentationFormat>
  <Paragraphs>11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 Black</vt:lpstr>
      <vt:lpstr>Calibri</vt:lpstr>
      <vt:lpstr>Calibri Light</vt:lpstr>
      <vt:lpstr>Arial</vt:lpstr>
      <vt:lpstr>Office Theme</vt:lpstr>
      <vt:lpstr>             F Test </vt:lpstr>
      <vt:lpstr>F Test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construct Node with Fixed Values </dc:title>
  <dc:creator>이승철</dc:creator>
  <cp:lastModifiedBy>Microsoft Office User</cp:lastModifiedBy>
  <cp:revision>29</cp:revision>
  <dcterms:created xsi:type="dcterms:W3CDTF">2019-10-26T12:53:45Z</dcterms:created>
  <dcterms:modified xsi:type="dcterms:W3CDTF">2019-11-22T07:30:09Z</dcterms:modified>
</cp:coreProperties>
</file>