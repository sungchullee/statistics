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7" r:id="rId5"/>
    <p:sldId id="270" r:id="rId6"/>
    <p:sldId id="271" r:id="rId7"/>
    <p:sldId id="268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2014]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39" y="1524000"/>
            <a:ext cx="11109733" cy="337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774700"/>
            <a:ext cx="9988742" cy="2273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59" y="3784700"/>
            <a:ext cx="11496041" cy="2136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75" y="3418940"/>
            <a:ext cx="11288607" cy="267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774700"/>
            <a:ext cx="9988742" cy="2273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59" y="3784700"/>
            <a:ext cx="11496041" cy="2136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75" y="4922520"/>
            <a:ext cx="11288607" cy="11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1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774700"/>
            <a:ext cx="9988742" cy="2273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59" y="3784700"/>
            <a:ext cx="11496041" cy="213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2" y="3108960"/>
            <a:ext cx="11174250" cy="31597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826135"/>
            <a:ext cx="3550920" cy="1627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75" y="2946400"/>
            <a:ext cx="10921125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5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2" y="3108960"/>
            <a:ext cx="11174250" cy="31597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826135"/>
            <a:ext cx="3550920" cy="1627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75" y="3825240"/>
            <a:ext cx="10921125" cy="244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2" y="3108960"/>
            <a:ext cx="11174250" cy="31597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826135"/>
            <a:ext cx="3550920" cy="1627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75" y="4663440"/>
            <a:ext cx="10921125" cy="160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1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2" y="3108960"/>
            <a:ext cx="11174250" cy="31597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826135"/>
            <a:ext cx="3550920" cy="1627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75" y="5593080"/>
            <a:ext cx="10921125" cy="67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6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2" y="3108960"/>
            <a:ext cx="11174250" cy="31597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826135"/>
            <a:ext cx="3550920" cy="162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5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</Words>
  <Application>Microsoft Macintosh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47</cp:revision>
  <dcterms:created xsi:type="dcterms:W3CDTF">2019-10-26T12:53:45Z</dcterms:created>
  <dcterms:modified xsi:type="dcterms:W3CDTF">2019-12-15T03:38:48Z</dcterms:modified>
</cp:coreProperties>
</file>