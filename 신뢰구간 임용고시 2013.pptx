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70" r:id="rId5"/>
    <p:sldId id="280" r:id="rId6"/>
    <p:sldId id="279" r:id="rId7"/>
    <p:sldId id="274" r:id="rId8"/>
    <p:sldId id="272" r:id="rId9"/>
    <p:sldId id="273" r:id="rId10"/>
    <p:sldId id="276" r:id="rId11"/>
    <p:sldId id="278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Confidence Interval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</a:t>
            </a: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2013]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19" y="1173480"/>
            <a:ext cx="10368779" cy="386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2" y="2682240"/>
            <a:ext cx="10441369" cy="13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72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2" y="2682240"/>
            <a:ext cx="10441369" cy="1348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837" y="4501708"/>
            <a:ext cx="2570480" cy="164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52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9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16" y="2796540"/>
            <a:ext cx="7208520" cy="120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16" y="2796540"/>
            <a:ext cx="7208520" cy="12014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45" y="4582988"/>
            <a:ext cx="3756663" cy="13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00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56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80" y="2793586"/>
            <a:ext cx="10441369" cy="13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3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37" y="320039"/>
            <a:ext cx="4094481" cy="18914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80" y="2793586"/>
            <a:ext cx="10441369" cy="134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917" y="4724400"/>
            <a:ext cx="332149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27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7</Words>
  <Application>Microsoft Macintosh PowerPoint</Application>
  <PresentationFormat>Widescreen</PresentationFormat>
  <Paragraphs>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Black</vt:lpstr>
      <vt:lpstr>Calibri</vt:lpstr>
      <vt:lpstr>Calibri Light</vt:lpstr>
      <vt:lpstr>Arial</vt:lpstr>
      <vt:lpstr>Office Theme</vt:lpstr>
      <vt:lpstr>           Problems on Confidence Interval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38</cp:revision>
  <dcterms:created xsi:type="dcterms:W3CDTF">2019-10-26T12:53:45Z</dcterms:created>
  <dcterms:modified xsi:type="dcterms:W3CDTF">2019-12-15T04:57:38Z</dcterms:modified>
</cp:coreProperties>
</file>