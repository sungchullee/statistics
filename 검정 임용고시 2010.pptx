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76" r:id="rId5"/>
    <p:sldId id="277" r:id="rId6"/>
    <p:sldId id="279" r:id="rId7"/>
    <p:sldId id="281" r:id="rId8"/>
    <p:sldId id="280" r:id="rId9"/>
    <p:sldId id="28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/>
    <p:restoredTop sz="93045"/>
  </p:normalViewPr>
  <p:slideViewPr>
    <p:cSldViewPr snapToGrid="0" snapToObjects="1">
      <p:cViewPr varScale="1">
        <p:scale>
          <a:sx n="84" d="100"/>
          <a:sy n="84" d="100"/>
        </p:scale>
        <p:origin x="2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5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8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3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10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20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43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16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77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4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0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2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ice.re.kr/boardCnts/list.do?boardID=1500212&amp;m=030306&amp;s=kice" TargetMode="External"/><Relationship Id="rId4" Type="http://schemas.openxmlformats.org/officeDocument/2006/relationships/hyperlink" Target="https://youtu.be/QSUDvW5R-GA" TargetMode="External"/><Relationship Id="rId5" Type="http://schemas.openxmlformats.org/officeDocument/2006/relationships/hyperlink" Target="https://github.com/SungchulLee/financial_math/tree/master/portfolio_optimization_python_for_finance_Hilpisch" TargetMode="External"/><Relationship Id="rId6" Type="http://schemas.openxmlformats.org/officeDocument/2006/relationships/hyperlink" Target="https://github.com/SungchulLee/financial_math/tree/master/close_return_and_return_vol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yhilpisch/py4fi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1869" y="1122362"/>
            <a:ext cx="10568763" cy="4227514"/>
          </a:xfrm>
        </p:spPr>
        <p:txBody>
          <a:bodyPr>
            <a:normAutofit fontScale="90000"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Problems</a:t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on</a:t>
            </a:r>
            <a:r>
              <a:rPr lang="en-US" sz="670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670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smtClean="0">
                <a:latin typeface="Arial Black" charset="0"/>
                <a:ea typeface="Arial Black" charset="0"/>
                <a:cs typeface="Arial Black" charset="0"/>
              </a:rPr>
              <a:t>Testing</a:t>
            </a: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endParaRPr lang="en-US" sz="67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49876"/>
            <a:ext cx="1604387" cy="150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1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Reference</a:t>
            </a:r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 smtClean="0">
              <a:latin typeface="Arial Black" charset="0"/>
              <a:ea typeface="Arial Black" charset="0"/>
              <a:cs typeface="Arial Black" charset="0"/>
              <a:hlinkClick r:id="rId2"/>
            </a:endParaRPr>
          </a:p>
          <a:p>
            <a:r>
              <a:rPr lang="en-US" sz="2000" dirty="0" smtClean="0">
                <a:latin typeface="Arial Black" charset="0"/>
                <a:ea typeface="Arial Black" charset="0"/>
                <a:cs typeface="Arial Black" charset="0"/>
                <a:hlinkClick r:id="rId3"/>
              </a:rPr>
              <a:t>Data</a:t>
            </a:r>
            <a:endParaRPr lang="en-US" sz="2000" dirty="0" smtClean="0">
              <a:latin typeface="Arial Black" charset="0"/>
              <a:ea typeface="Arial Black" charset="0"/>
              <a:cs typeface="Arial Black" charset="0"/>
            </a:endParaRPr>
          </a:p>
          <a:p>
            <a:endParaRPr lang="en-US" sz="2000" dirty="0" smtClean="0">
              <a:latin typeface="Arial Black" charset="0"/>
              <a:ea typeface="Arial Black" charset="0"/>
              <a:cs typeface="Arial Black" charset="0"/>
            </a:endParaRPr>
          </a:p>
          <a:p>
            <a:r>
              <a:rPr lang="en-US" sz="2000" dirty="0" smtClean="0">
                <a:latin typeface="Arial Black" charset="0"/>
                <a:ea typeface="Arial Black" charset="0"/>
                <a:cs typeface="Arial Black" charset="0"/>
                <a:hlinkClick r:id="rId4"/>
              </a:rPr>
              <a:t>Youtube</a:t>
            </a:r>
            <a:endParaRPr lang="en-US" sz="2000" dirty="0" smtClean="0">
              <a:latin typeface="Arial Black" charset="0"/>
              <a:ea typeface="Arial Black" charset="0"/>
              <a:cs typeface="Arial Black" charset="0"/>
            </a:endParaRPr>
          </a:p>
          <a:p>
            <a:endParaRPr lang="en-US" dirty="0" smtClean="0">
              <a:latin typeface="Arial Black" charset="0"/>
              <a:ea typeface="Arial Black" charset="0"/>
              <a:cs typeface="Arial Black" charset="0"/>
            </a:endParaRPr>
          </a:p>
          <a:p>
            <a:r>
              <a:rPr lang="en-US" sz="2000" dirty="0" smtClean="0">
                <a:latin typeface="Arial Black" charset="0"/>
                <a:ea typeface="Arial Black" charset="0"/>
                <a:cs typeface="Arial Black" charset="0"/>
                <a:hlinkClick r:id="rId5"/>
              </a:rPr>
              <a:t>Code</a:t>
            </a:r>
            <a:endParaRPr lang="en-US" sz="2000" dirty="0" smtClean="0">
              <a:latin typeface="Arial Black" charset="0"/>
              <a:ea typeface="Arial Black" charset="0"/>
              <a:cs typeface="Arial Black" charset="0"/>
              <a:hlinkClick r:id="rId6"/>
            </a:endParaRPr>
          </a:p>
        </p:txBody>
      </p:sp>
    </p:spTree>
    <p:extLst>
      <p:ext uri="{BB962C8B-B14F-4D97-AF65-F5344CB8AC3E}">
        <p14:creationId xmlns:p14="http://schemas.microsoft.com/office/powerpoint/2010/main" val="1160648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125635" y="5970494"/>
            <a:ext cx="19511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[2010]</a:t>
            </a:r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1839" y="762000"/>
            <a:ext cx="8480733" cy="543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17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125635" y="5970494"/>
            <a:ext cx="19511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[2010]</a:t>
            </a:r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0"/>
            <a:ext cx="623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127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125635" y="5970494"/>
            <a:ext cx="19511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[2010]</a:t>
            </a:r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259" y="975360"/>
            <a:ext cx="10025445" cy="499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23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280" y="378460"/>
            <a:ext cx="71628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741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280" y="378460"/>
            <a:ext cx="7162800" cy="3467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7180" y="4152900"/>
            <a:ext cx="67310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27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280" y="378460"/>
            <a:ext cx="7162800" cy="3467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7180" y="4152900"/>
            <a:ext cx="6731000" cy="9779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0550" y="5438140"/>
            <a:ext cx="3604260" cy="104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701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300" y="290407"/>
            <a:ext cx="5412740" cy="377897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855" y="4395722"/>
            <a:ext cx="7453630" cy="227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265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13</Words>
  <Application>Microsoft Macintosh PowerPoint</Application>
  <PresentationFormat>Widescreen</PresentationFormat>
  <Paragraphs>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 Black</vt:lpstr>
      <vt:lpstr>Calibri</vt:lpstr>
      <vt:lpstr>Calibri Light</vt:lpstr>
      <vt:lpstr>Arial</vt:lpstr>
      <vt:lpstr>Office Theme</vt:lpstr>
      <vt:lpstr>           Problems on Testing  </vt:lpstr>
      <vt:lpstr>Reference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construct Node with Fixed Values </dc:title>
  <dc:creator>이승철</dc:creator>
  <cp:lastModifiedBy>Microsoft Office User</cp:lastModifiedBy>
  <cp:revision>49</cp:revision>
  <dcterms:created xsi:type="dcterms:W3CDTF">2019-10-26T12:53:45Z</dcterms:created>
  <dcterms:modified xsi:type="dcterms:W3CDTF">2019-12-15T06:02:18Z</dcterms:modified>
</cp:coreProperties>
</file>