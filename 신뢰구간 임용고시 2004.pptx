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76" r:id="rId5"/>
    <p:sldId id="277" r:id="rId6"/>
    <p:sldId id="269" r:id="rId7"/>
    <p:sldId id="283" r:id="rId8"/>
    <p:sldId id="284" r:id="rId9"/>
    <p:sldId id="285" r:id="rId10"/>
    <p:sldId id="286" r:id="rId11"/>
    <p:sldId id="287" r:id="rId12"/>
    <p:sldId id="288" r:id="rId13"/>
    <p:sldId id="278" r:id="rId14"/>
    <p:sldId id="289" r:id="rId15"/>
    <p:sldId id="290" r:id="rId16"/>
    <p:sldId id="291" r:id="rId17"/>
    <p:sldId id="292" r:id="rId18"/>
    <p:sldId id="293" r:id="rId19"/>
    <p:sldId id="29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4"/>
    <p:restoredTop sz="93045"/>
  </p:normalViewPr>
  <p:slideViewPr>
    <p:cSldViewPr snapToGrid="0" snapToObjects="1">
      <p:cViewPr varScale="1">
        <p:scale>
          <a:sx n="84" d="100"/>
          <a:sy n="84" d="100"/>
        </p:scale>
        <p:origin x="2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51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880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931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10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520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143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216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377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14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10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02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kice.re.kr/boardCnts/list.do?boardID=1500212&amp;m=030306&amp;s=kice" TargetMode="External"/><Relationship Id="rId4" Type="http://schemas.openxmlformats.org/officeDocument/2006/relationships/hyperlink" Target="https://youtu.be/QSUDvW5R-GA" TargetMode="External"/><Relationship Id="rId5" Type="http://schemas.openxmlformats.org/officeDocument/2006/relationships/hyperlink" Target="https://github.com/SungchulLee/financial_math/tree/master/portfolio_optimization_python_for_finance_Hilpisch" TargetMode="External"/><Relationship Id="rId6" Type="http://schemas.openxmlformats.org/officeDocument/2006/relationships/hyperlink" Target="https://github.com/SungchulLee/financial_math/tree/master/close_return_and_return_vol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yhilpisch/py4fi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1869" y="1122362"/>
            <a:ext cx="10568763" cy="4227514"/>
          </a:xfrm>
        </p:spPr>
        <p:txBody>
          <a:bodyPr>
            <a:normAutofit fontScale="90000"/>
          </a:bodyPr>
          <a:lstStyle/>
          <a:p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  <a:t>Problems</a:t>
            </a:r>
            <a:b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  <a:t>on</a:t>
            </a:r>
            <a:b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  <a:t>Confidence Interval</a:t>
            </a:r>
            <a:b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</a:br>
            <a:endParaRPr lang="en-US" sz="67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49876"/>
            <a:ext cx="1604387" cy="150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91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>Reference</a:t>
            </a:r>
            <a:endParaRPr lang="en-US" sz="4000" dirty="0">
              <a:latin typeface="Arial Black" charset="0"/>
              <a:ea typeface="Arial Black" charset="0"/>
              <a:cs typeface="Arial Black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000" dirty="0" smtClean="0">
              <a:latin typeface="Arial Black" charset="0"/>
              <a:ea typeface="Arial Black" charset="0"/>
              <a:cs typeface="Arial Black" charset="0"/>
              <a:hlinkClick r:id="rId2"/>
            </a:endParaRPr>
          </a:p>
          <a:p>
            <a:r>
              <a:rPr lang="en-US" sz="2000" dirty="0" smtClean="0">
                <a:latin typeface="Arial Black" charset="0"/>
                <a:ea typeface="Arial Black" charset="0"/>
                <a:cs typeface="Arial Black" charset="0"/>
                <a:hlinkClick r:id="rId3"/>
              </a:rPr>
              <a:t>Data</a:t>
            </a:r>
            <a:endParaRPr lang="en-US" sz="2000" dirty="0" smtClean="0">
              <a:latin typeface="Arial Black" charset="0"/>
              <a:ea typeface="Arial Black" charset="0"/>
              <a:cs typeface="Arial Black" charset="0"/>
            </a:endParaRPr>
          </a:p>
          <a:p>
            <a:endParaRPr lang="en-US" sz="2000" dirty="0" smtClean="0">
              <a:latin typeface="Arial Black" charset="0"/>
              <a:ea typeface="Arial Black" charset="0"/>
              <a:cs typeface="Arial Black" charset="0"/>
            </a:endParaRPr>
          </a:p>
          <a:p>
            <a:r>
              <a:rPr lang="en-US" sz="2000" dirty="0" smtClean="0">
                <a:latin typeface="Arial Black" charset="0"/>
                <a:ea typeface="Arial Black" charset="0"/>
                <a:cs typeface="Arial Black" charset="0"/>
                <a:hlinkClick r:id="rId4"/>
              </a:rPr>
              <a:t>Youtube</a:t>
            </a:r>
            <a:endParaRPr lang="en-US" sz="2000" dirty="0" smtClean="0">
              <a:latin typeface="Arial Black" charset="0"/>
              <a:ea typeface="Arial Black" charset="0"/>
              <a:cs typeface="Arial Black" charset="0"/>
            </a:endParaRPr>
          </a:p>
          <a:p>
            <a:endParaRPr lang="en-US" dirty="0" smtClean="0">
              <a:latin typeface="Arial Black" charset="0"/>
              <a:ea typeface="Arial Black" charset="0"/>
              <a:cs typeface="Arial Black" charset="0"/>
            </a:endParaRPr>
          </a:p>
          <a:p>
            <a:r>
              <a:rPr lang="en-US" sz="2000" dirty="0" smtClean="0">
                <a:latin typeface="Arial Black" charset="0"/>
                <a:ea typeface="Arial Black" charset="0"/>
                <a:cs typeface="Arial Black" charset="0"/>
                <a:hlinkClick r:id="rId5"/>
              </a:rPr>
              <a:t>Code</a:t>
            </a:r>
            <a:endParaRPr lang="en-US" sz="2000" dirty="0" smtClean="0">
              <a:latin typeface="Arial Black" charset="0"/>
              <a:ea typeface="Arial Black" charset="0"/>
              <a:cs typeface="Arial Black" charset="0"/>
              <a:hlinkClick r:id="rId6"/>
            </a:endParaRPr>
          </a:p>
        </p:txBody>
      </p:sp>
    </p:spTree>
    <p:extLst>
      <p:ext uri="{BB962C8B-B14F-4D97-AF65-F5344CB8AC3E}">
        <p14:creationId xmlns:p14="http://schemas.microsoft.com/office/powerpoint/2010/main" val="1160648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125635" y="5970494"/>
            <a:ext cx="19511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>[</a:t>
            </a: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>2004]</a:t>
            </a:r>
            <a:endParaRPr lang="en-US" sz="4000" dirty="0">
              <a:latin typeface="Arial Black" charset="0"/>
              <a:ea typeface="Arial Black" charset="0"/>
              <a:cs typeface="Arial Black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605" y="838200"/>
            <a:ext cx="8872532" cy="46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17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125635" y="5970494"/>
            <a:ext cx="19511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>[</a:t>
            </a: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>2004]</a:t>
            </a:r>
            <a:endParaRPr lang="en-US" sz="4000" dirty="0">
              <a:latin typeface="Arial Black" charset="0"/>
              <a:ea typeface="Arial Black" charset="0"/>
              <a:cs typeface="Arial Black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525" y="792480"/>
            <a:ext cx="8038110" cy="494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127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125635" y="5970494"/>
            <a:ext cx="19511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>[</a:t>
            </a: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>2004]</a:t>
            </a:r>
            <a:endParaRPr lang="en-US" sz="4000" dirty="0">
              <a:latin typeface="Arial Black" charset="0"/>
              <a:ea typeface="Arial Black" charset="0"/>
              <a:cs typeface="Arial Black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659" y="626334"/>
            <a:ext cx="8478565" cy="534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23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740" y="2794000"/>
            <a:ext cx="4140200" cy="33909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478" y="388620"/>
            <a:ext cx="8212723" cy="20193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740" y="2682240"/>
            <a:ext cx="4325620" cy="350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881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740" y="2794000"/>
            <a:ext cx="4140200" cy="33909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478" y="388620"/>
            <a:ext cx="8212723" cy="20193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740" y="3764280"/>
            <a:ext cx="4325620" cy="242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63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740" y="2794000"/>
            <a:ext cx="4140200" cy="33909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478" y="388620"/>
            <a:ext cx="8212723" cy="20193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740" y="4541520"/>
            <a:ext cx="4325620" cy="164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809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740" y="2794000"/>
            <a:ext cx="4140200" cy="33909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740" y="4663440"/>
            <a:ext cx="4325620" cy="15214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815" y="188984"/>
            <a:ext cx="4464050" cy="260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808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740" y="2794000"/>
            <a:ext cx="4140200" cy="33909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740" y="5227320"/>
            <a:ext cx="4325620" cy="9575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815" y="188984"/>
            <a:ext cx="4464050" cy="260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604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740" y="2794000"/>
            <a:ext cx="4140200" cy="33909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740" y="5227320"/>
            <a:ext cx="4325620" cy="957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478" y="388620"/>
            <a:ext cx="8212723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554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740" y="2794000"/>
            <a:ext cx="4140200" cy="33909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478" y="388620"/>
            <a:ext cx="8212723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03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9320" y="411480"/>
            <a:ext cx="7620000" cy="2438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770" y="3177540"/>
            <a:ext cx="3975100" cy="34163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770" y="3149600"/>
            <a:ext cx="4380230" cy="344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785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9320" y="411480"/>
            <a:ext cx="7620000" cy="2438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770" y="3177540"/>
            <a:ext cx="3975100" cy="34163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770" y="4206240"/>
            <a:ext cx="4380230" cy="238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90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9320" y="411480"/>
            <a:ext cx="7620000" cy="2438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770" y="3177540"/>
            <a:ext cx="3975100" cy="34163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770" y="5074920"/>
            <a:ext cx="4380230" cy="151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75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770" y="3177540"/>
            <a:ext cx="3975100" cy="34163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770" y="4983480"/>
            <a:ext cx="4380230" cy="16103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285" y="175260"/>
            <a:ext cx="47752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9135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770" y="3177540"/>
            <a:ext cx="3975100" cy="34163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770" y="5623560"/>
            <a:ext cx="4380230" cy="9702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285" y="175260"/>
            <a:ext cx="47752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8403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770" y="3177540"/>
            <a:ext cx="3975100" cy="34163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770" y="5623560"/>
            <a:ext cx="4380230" cy="9702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9320" y="411480"/>
            <a:ext cx="76200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1290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770" y="3177540"/>
            <a:ext cx="3975100" cy="34163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9320" y="411480"/>
            <a:ext cx="76200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818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13</Words>
  <Application>Microsoft Macintosh PowerPoint</Application>
  <PresentationFormat>Widescreen</PresentationFormat>
  <Paragraphs>11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 Black</vt:lpstr>
      <vt:lpstr>Calibri</vt:lpstr>
      <vt:lpstr>Calibri Light</vt:lpstr>
      <vt:lpstr>Arial</vt:lpstr>
      <vt:lpstr>Office Theme</vt:lpstr>
      <vt:lpstr>           Problems on Confidence Interval  </vt:lpstr>
      <vt:lpstr>Reference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construct Node with Fixed Values </dc:title>
  <dc:creator>이승철</dc:creator>
  <cp:lastModifiedBy>Microsoft Office User</cp:lastModifiedBy>
  <cp:revision>43</cp:revision>
  <dcterms:created xsi:type="dcterms:W3CDTF">2019-10-26T12:53:45Z</dcterms:created>
  <dcterms:modified xsi:type="dcterms:W3CDTF">2019-12-15T05:46:26Z</dcterms:modified>
</cp:coreProperties>
</file>