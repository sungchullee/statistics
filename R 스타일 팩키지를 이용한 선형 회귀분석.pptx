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79"/>
    <p:restoredTop sz="93032"/>
  </p:normalViewPr>
  <p:slideViewPr>
    <p:cSldViewPr snapToGrid="0" snapToObjects="1">
      <p:cViewPr varScale="1">
        <p:scale>
          <a:sx n="104" d="100"/>
          <a:sy n="104" d="100"/>
        </p:scale>
        <p:origin x="224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11/21/19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51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11/21/19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880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11/21/19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11/21/19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931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11/21/19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210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11/21/19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520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11/21/19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143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11/21/19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216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11/21/19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377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11/21/19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14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11/21/19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10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3AD1D6-AE87-C841-B3FD-7C9F7FCAE5AE}" type="datetimeFigureOut">
              <a:rPr lang="en-US" smtClean="0"/>
              <a:t>11/21/19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02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4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4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6700" dirty="0">
                <a:latin typeface="Arial Black" charset="0"/>
                <a:ea typeface="Arial Black" charset="0"/>
                <a:cs typeface="Arial Black" charset="0"/>
              </a:rPr>
              <a:t> </a:t>
            </a:r>
            <a: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  <a:t>Linear Regression</a:t>
            </a:r>
            <a:b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  <a:t>with</a:t>
            </a:r>
            <a:b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  <a:t>R Style Package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5796930"/>
            <a:ext cx="2003462" cy="963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91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486" y="0"/>
            <a:ext cx="1081363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168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486" y="1035674"/>
            <a:ext cx="10813638" cy="478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63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486" y="893449"/>
            <a:ext cx="10813638" cy="507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704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486" y="769053"/>
            <a:ext cx="10813638" cy="5319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266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486" y="1001627"/>
            <a:ext cx="10813638" cy="4854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372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486" y="987210"/>
            <a:ext cx="10813638" cy="4883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107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486" y="768914"/>
            <a:ext cx="10813638" cy="5320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378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486" y="292858"/>
            <a:ext cx="10813638" cy="627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866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228" y="0"/>
            <a:ext cx="1039415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07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0</Words>
  <Application>Microsoft Macintosh PowerPoint</Application>
  <PresentationFormat>Widescreen</PresentationFormat>
  <Paragraphs>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 Black</vt:lpstr>
      <vt:lpstr>Calibri</vt:lpstr>
      <vt:lpstr>Calibri Light</vt:lpstr>
      <vt:lpstr>Arial</vt:lpstr>
      <vt:lpstr>Office Theme</vt:lpstr>
      <vt:lpstr>             Linear Regression with R Style Package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construct Node with Fixed Values </dc:title>
  <dc:creator>이승철</dc:creator>
  <cp:lastModifiedBy>Sungchul Lee</cp:lastModifiedBy>
  <cp:revision>23</cp:revision>
  <dcterms:created xsi:type="dcterms:W3CDTF">2019-10-26T12:53:45Z</dcterms:created>
  <dcterms:modified xsi:type="dcterms:W3CDTF">2019-11-21T06:00:10Z</dcterms:modified>
</cp:coreProperties>
</file>