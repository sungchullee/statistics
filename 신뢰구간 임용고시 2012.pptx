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9" r:id="rId5"/>
    <p:sldId id="267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3045"/>
  </p:normalViewPr>
  <p:slideViewPr>
    <p:cSldViewPr snapToGrid="0" snapToObjects="1">
      <p:cViewPr varScale="1">
        <p:scale>
          <a:sx n="84" d="100"/>
          <a:sy n="84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ice.re.kr/boardCnts/list.do?boardID=1500212&amp;m=030306&amp;s=kice" TargetMode="External"/><Relationship Id="rId4" Type="http://schemas.openxmlformats.org/officeDocument/2006/relationships/hyperlink" Target="https://youtu.be/QSUDvW5R-GA" TargetMode="External"/><Relationship Id="rId5" Type="http://schemas.openxmlformats.org/officeDocument/2006/relationships/hyperlink" Target="https://github.com/SungchulLee/financial_math/tree/master/portfolio_optimization_python_for_finance_Hilpisch" TargetMode="External"/><Relationship Id="rId6" Type="http://schemas.openxmlformats.org/officeDocument/2006/relationships/hyperlink" Target="https://github.com/SungchulLee/financial_math/tree/master/close_return_and_return_vo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yhilpisch/py4f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869" y="1122362"/>
            <a:ext cx="10568763" cy="42275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Problems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on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Confidence Interval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sz="6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6"/>
            <a:ext cx="1604387" cy="1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Reference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2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3"/>
              </a:rPr>
              <a:t>Data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4"/>
              </a:rPr>
              <a:t>Youtube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5"/>
              </a:rPr>
              <a:t>Code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11606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</a:t>
            </a: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2012]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" y="1341120"/>
            <a:ext cx="10887891" cy="423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533400"/>
            <a:ext cx="8382000" cy="22507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50" y="3055620"/>
            <a:ext cx="7531100" cy="3581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2959100"/>
            <a:ext cx="8900160" cy="36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8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533400"/>
            <a:ext cx="8382000" cy="22507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50" y="3055620"/>
            <a:ext cx="7531100" cy="3581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4023360"/>
            <a:ext cx="8900160" cy="26136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160" y="2959100"/>
            <a:ext cx="504444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50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533400"/>
            <a:ext cx="8382000" cy="22507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50" y="3055620"/>
            <a:ext cx="7531100" cy="3581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4023360"/>
            <a:ext cx="8900160" cy="261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50" y="3055620"/>
            <a:ext cx="7531100" cy="3581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3947160"/>
            <a:ext cx="8900160" cy="26898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160" y="1386840"/>
            <a:ext cx="7045960" cy="11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2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50" y="3055620"/>
            <a:ext cx="7531100" cy="3581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4632960"/>
            <a:ext cx="8900160" cy="20040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160" y="1386840"/>
            <a:ext cx="7045960" cy="11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73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50" y="3055620"/>
            <a:ext cx="7531100" cy="3581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4693920"/>
            <a:ext cx="8900160" cy="19431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991870"/>
            <a:ext cx="9105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50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50" y="3055620"/>
            <a:ext cx="7531100" cy="3581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5471160"/>
            <a:ext cx="8900160" cy="11658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991870"/>
            <a:ext cx="9105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07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50" y="3055620"/>
            <a:ext cx="7531100" cy="35814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991870"/>
            <a:ext cx="9105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4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7</Words>
  <Application>Microsoft Macintosh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Black</vt:lpstr>
      <vt:lpstr>Calibri</vt:lpstr>
      <vt:lpstr>Calibri Light</vt:lpstr>
      <vt:lpstr>Arial</vt:lpstr>
      <vt:lpstr>Office Theme</vt:lpstr>
      <vt:lpstr>           Problems on Confidence Interval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36</cp:revision>
  <dcterms:created xsi:type="dcterms:W3CDTF">2019-10-26T12:53:45Z</dcterms:created>
  <dcterms:modified xsi:type="dcterms:W3CDTF">2019-12-15T05:17:45Z</dcterms:modified>
</cp:coreProperties>
</file>